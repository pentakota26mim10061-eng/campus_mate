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Essentials – Evaluated Course Project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CampusMate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Productivity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29260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77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708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No.:  </a:t>
            </a:r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26MIM10061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76402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Faculty/Supervisor:  </a:t>
            </a:r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Adarsh Patel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349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Bhopal University</a:t>
            </a:r>
            <a:endParaRPr lang="en-US" sz="1500" dirty="0"/>
          </a:p>
        </p:txBody>
      </p:sp>
      <p:pic>
        <p:nvPicPr>
          <p:cNvPr id="10" name="Image 0" descr="/home/claude/campusm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2" y="502920"/>
            <a:ext cx="1280160" cy="1280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 /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362956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/ Literature Review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(Architecture, Workflow, Diagrams)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277356" y="1234440"/>
            <a:ext cx="5362956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Decisions, Challenges and Learnings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Enhancements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handle multiple academic activities – assignments, attendance, study schedules and performance tracking.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information is often scattered across notebooks, spreadsheets and separate apps.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is inconvenient and makes it difficult to get a consolidated view of academic progress.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CampusMate is a Python-based command-line application that brings these common academic management tasks into a single system.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built using Python and SQLite, and is designed to be simple, modular and easy to extend.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10725912" cy="2377440"/>
          </a:xfrm>
          <a:prstGeom prst="rect">
            <a:avLst/>
          </a:prstGeom>
          <a:solidFill>
            <a:srgbClr val="F2F4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240280"/>
            <a:ext cx="101772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“Students often manage assignments, attendance, study schedules and academic performance separately, making it difficult to maintain an organized view of their academic activities. CampusMate provides a single Python-based system to manage these activities and generate a consolidated academic dashboard.”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simple Python-based student productivity system.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manage student academic information in one application.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provide assignment tracking and status management.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monitor attendance and identify low-attendance situations.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organize study sessions.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calculate academic performance and grades.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provide a consolidated dashboard.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demonstrate modular Python programming, database handling and testing.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/ Literature Review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283464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2331720"/>
                <a:gridCol w="2798064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academic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assignments,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on 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Error-prone, hard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consolidate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records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Excel/Sheets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Flexible, widely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data entry,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automatic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task-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tasks 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to-do 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reminders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scheduling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combine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or marks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productivity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some academic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Purpose-built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complex 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customizable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297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 largely manage individual activities separately, while CampusMate combines student profile, assignments, attendance, study planning and performance into one lightweight Python application.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/ Existing System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information may be distributed across multiple tools.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task applications may not combine attendance and marks.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does not automatically calculate academic indicators.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may need a lightweight solution rather than a complex enterprise platform.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CampusMate combines multiple academic tracking functions in one modular application.</a:t>
            </a:r>
            <a:endParaRPr lang="en-US" sz="1600" dirty="0"/>
          </a:p>
          <a:p>
            <a:pPr lvl="1" marL="914400" indent="-457200">
              <a:spcAft>
                <a:spcPts val="400"/>
              </a:spcAft>
              <a:buSzPct val="100000"/>
              <a:buChar char="▪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CampusMate is not claimed to be the first or only application of its kind.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05256" y="1417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" y="14173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78808" y="1860804"/>
            <a:ext cx="265176" cy="164592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6" name="Shape 4"/>
          <p:cNvSpPr/>
          <p:nvPr/>
        </p:nvSpPr>
        <p:spPr>
          <a:xfrm>
            <a:off x="4471416" y="1417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71416" y="14173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Requirement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44968" y="1860804"/>
            <a:ext cx="265176" cy="164592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9" name="Shape 7"/>
          <p:cNvSpPr/>
          <p:nvPr/>
        </p:nvSpPr>
        <p:spPr>
          <a:xfrm>
            <a:off x="8037576" y="1417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37576" y="14173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System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46020" y="2496312"/>
            <a:ext cx="164592" cy="265176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" y="27889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27889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Module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78808" y="3232404"/>
            <a:ext cx="265176" cy="164592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1416" y="27889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27889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44968" y="3232404"/>
            <a:ext cx="265176" cy="164592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18" name="Shape 16"/>
          <p:cNvSpPr/>
          <p:nvPr/>
        </p:nvSpPr>
        <p:spPr>
          <a:xfrm>
            <a:off x="8037576" y="27889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37576" y="27889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46020" y="3867912"/>
            <a:ext cx="164592" cy="265176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" y="41605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41605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Testing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78808" y="4604004"/>
            <a:ext cx="265176" cy="164592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24" name="Shape 22"/>
          <p:cNvSpPr/>
          <p:nvPr/>
        </p:nvSpPr>
        <p:spPr>
          <a:xfrm>
            <a:off x="4471416" y="41605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71416" y="41605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Documentation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44968" y="4604004"/>
            <a:ext cx="265176" cy="164592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27" name="Shape 25"/>
          <p:cNvSpPr/>
          <p:nvPr/>
        </p:nvSpPr>
        <p:spPr>
          <a:xfrm>
            <a:off x="8037576" y="41605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37576" y="41605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 – Student Profile Management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 – Assignment Management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 – Attendance Tracking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 – Study Planning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 – Academic Performance Management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 – Dashboard and Reporting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 – Data Validation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FR8 – Persistent Data Storage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1188720"/>
            <a:ext cx="0" cy="45720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0" y="160020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– simple menu-driven interface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– validates input, handles invalid entries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– divided into separate modules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– SQLite storage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– invalid input does not crash the app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Efficiency – lightweight, local storage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991356" y="1188720"/>
            <a:ext cx="42062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91356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User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12180" y="1673352"/>
            <a:ext cx="164592" cy="146304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6" name="Shape 4"/>
          <p:cNvSpPr/>
          <p:nvPr/>
        </p:nvSpPr>
        <p:spPr>
          <a:xfrm>
            <a:off x="3991356" y="1847088"/>
            <a:ext cx="42062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91356" y="1847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(main.py)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12180" y="2331720"/>
            <a:ext cx="164592" cy="146304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9" name="Shape 7"/>
          <p:cNvSpPr/>
          <p:nvPr/>
        </p:nvSpPr>
        <p:spPr>
          <a:xfrm>
            <a:off x="2619756" y="2505456"/>
            <a:ext cx="6949440" cy="1508760"/>
          </a:xfrm>
          <a:prstGeom prst="rect">
            <a:avLst/>
          </a:prstGeom>
          <a:solidFill>
            <a:srgbClr val="F2F4F7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34056" y="2642616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4056" y="2642616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0056" y="2642616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0056" y="2642616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Manager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06056" y="2642616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6056" y="2642616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34056" y="3374136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4056" y="3374136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Planner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0056" y="3374136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3374136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Performance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06056" y="3374136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06056" y="3374136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12180" y="4041648"/>
            <a:ext cx="164592" cy="146304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23" name="Shape 21"/>
          <p:cNvSpPr/>
          <p:nvPr/>
        </p:nvSpPr>
        <p:spPr>
          <a:xfrm>
            <a:off x="3991356" y="4215384"/>
            <a:ext cx="42062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91356" y="42153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12180" y="4700016"/>
            <a:ext cx="164592" cy="146304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26" name="Shape 24"/>
          <p:cNvSpPr/>
          <p:nvPr/>
        </p:nvSpPr>
        <p:spPr>
          <a:xfrm>
            <a:off x="3991356" y="4873752"/>
            <a:ext cx="42062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91356" y="4873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12180" y="5358384"/>
            <a:ext cx="164592" cy="146304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29" name="Shape 27"/>
          <p:cNvSpPr/>
          <p:nvPr/>
        </p:nvSpPr>
        <p:spPr>
          <a:xfrm>
            <a:off x="3991356" y="5532120"/>
            <a:ext cx="4206240" cy="457200"/>
          </a:xfrm>
          <a:prstGeom prst="rect">
            <a:avLst/>
          </a:prstGeom>
          <a:solidFill>
            <a:srgbClr val="1F3864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91356" y="5532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9496" y="1280160"/>
            <a:ext cx="2606040" cy="658368"/>
          </a:xfrm>
          <a:prstGeom prst="roundRect">
            <a:avLst>
              <a:gd name="adj" fmla="val 48611"/>
            </a:avLst>
          </a:prstGeom>
          <a:solidFill>
            <a:srgbClr val="1F3864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9496" y="12801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163824" y="1545336"/>
            <a:ext cx="192024" cy="128016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6" name="Shape 4"/>
          <p:cNvSpPr/>
          <p:nvPr/>
        </p:nvSpPr>
        <p:spPr>
          <a:xfrm>
            <a:off x="3374136" y="1280160"/>
            <a:ext cx="260604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74136" y="12801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CampusMate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98464" y="1545336"/>
            <a:ext cx="192024" cy="128016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9" name="Shape 7"/>
          <p:cNvSpPr/>
          <p:nvPr/>
        </p:nvSpPr>
        <p:spPr>
          <a:xfrm>
            <a:off x="6208776" y="1280160"/>
            <a:ext cx="260604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08776" y="12801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SQLite Database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33104" y="1545336"/>
            <a:ext cx="192024" cy="128016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3416" y="1280160"/>
            <a:ext cx="260604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43416" y="12801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Main Menu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282428" y="1956816"/>
            <a:ext cx="128016" cy="164592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9496" y="2139696"/>
            <a:ext cx="260604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213969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Module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63824" y="2404872"/>
            <a:ext cx="192024" cy="128016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18" name="Shape 16"/>
          <p:cNvSpPr/>
          <p:nvPr/>
        </p:nvSpPr>
        <p:spPr>
          <a:xfrm>
            <a:off x="3374136" y="2139696"/>
            <a:ext cx="260604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213969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98464" y="2404872"/>
            <a:ext cx="192024" cy="128016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21" name="Shape 19"/>
          <p:cNvSpPr/>
          <p:nvPr/>
        </p:nvSpPr>
        <p:spPr>
          <a:xfrm>
            <a:off x="6208776" y="2139696"/>
            <a:ext cx="260604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213969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33104" y="2404872"/>
            <a:ext cx="192024" cy="128016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24" name="Shape 22"/>
          <p:cNvSpPr/>
          <p:nvPr/>
        </p:nvSpPr>
        <p:spPr>
          <a:xfrm>
            <a:off x="9043416" y="2139696"/>
            <a:ext cx="260604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43416" y="213969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282428" y="2816352"/>
            <a:ext cx="128016" cy="164592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27" name="Shape 25"/>
          <p:cNvSpPr/>
          <p:nvPr/>
        </p:nvSpPr>
        <p:spPr>
          <a:xfrm>
            <a:off x="539496" y="2999232"/>
            <a:ext cx="260604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" y="299923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Retrieve Data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163824" y="3264408"/>
            <a:ext cx="192024" cy="128016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30" name="Shape 28"/>
          <p:cNvSpPr/>
          <p:nvPr/>
        </p:nvSpPr>
        <p:spPr>
          <a:xfrm>
            <a:off x="3374136" y="2999232"/>
            <a:ext cx="260604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74136" y="299923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98464" y="3264408"/>
            <a:ext cx="192024" cy="128016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33" name="Shape 31"/>
          <p:cNvSpPr/>
          <p:nvPr/>
        </p:nvSpPr>
        <p:spPr>
          <a:xfrm>
            <a:off x="6208776" y="2999232"/>
            <a:ext cx="260604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08776" y="299923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Main Menu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833104" y="3264408"/>
            <a:ext cx="192024" cy="128016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36" name="Shape 34"/>
          <p:cNvSpPr/>
          <p:nvPr/>
        </p:nvSpPr>
        <p:spPr>
          <a:xfrm>
            <a:off x="9043416" y="2999232"/>
            <a:ext cx="2606040" cy="658368"/>
          </a:xfrm>
          <a:prstGeom prst="roundRect">
            <a:avLst>
              <a:gd name="adj" fmla="val 48611"/>
            </a:avLst>
          </a:prstGeom>
          <a:solidFill>
            <a:srgbClr val="1F3864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43416" y="299923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23774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2834640"/>
            <a:ext cx="0" cy="82296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3154680"/>
            <a:ext cx="9144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3657600"/>
            <a:ext cx="-320040" cy="64008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3657600"/>
            <a:ext cx="320040" cy="64008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234440"/>
            <a:ext cx="8714232" cy="48463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216152"/>
            <a:ext cx="8714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CampusMate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3945636" cy="548640"/>
          </a:xfrm>
          <a:prstGeom prst="ellipse">
            <a:avLst/>
          </a:prstGeom>
          <a:solidFill>
            <a:srgbClr val="F2F4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91640"/>
            <a:ext cx="3945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 Profile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0" y="3200400"/>
            <a:ext cx="1554480" cy="-123444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20356" y="1691640"/>
            <a:ext cx="3945636" cy="548640"/>
          </a:xfrm>
          <a:prstGeom prst="ellipse">
            <a:avLst/>
          </a:prstGeom>
          <a:solidFill>
            <a:srgbClr val="F2F4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0356" y="1691640"/>
            <a:ext cx="3945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Assignments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496312"/>
            <a:ext cx="3945636" cy="548640"/>
          </a:xfrm>
          <a:prstGeom prst="ellipse">
            <a:avLst/>
          </a:prstGeom>
          <a:solidFill>
            <a:srgbClr val="F2F4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496312"/>
            <a:ext cx="3945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Attendance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0" y="3200400"/>
            <a:ext cx="1554480" cy="-429768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20356" y="2496312"/>
            <a:ext cx="3945636" cy="548640"/>
          </a:xfrm>
          <a:prstGeom prst="ellipse">
            <a:avLst/>
          </a:prstGeom>
          <a:solidFill>
            <a:srgbClr val="F2F4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0356" y="2496312"/>
            <a:ext cx="3945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Study Plan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300984"/>
            <a:ext cx="3945636" cy="548640"/>
          </a:xfrm>
          <a:prstGeom prst="ellipse">
            <a:avLst/>
          </a:prstGeom>
          <a:solidFill>
            <a:srgbClr val="F2F4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300984"/>
            <a:ext cx="3945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Academic Performance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45920" y="3200400"/>
            <a:ext cx="1554480" cy="37490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20356" y="3300984"/>
            <a:ext cx="3945636" cy="548640"/>
          </a:xfrm>
          <a:prstGeom prst="ellipse">
            <a:avLst/>
          </a:prstGeom>
          <a:solidFill>
            <a:srgbClr val="F2F4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20356" y="3300984"/>
            <a:ext cx="3945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4105656"/>
            <a:ext cx="3945636" cy="548640"/>
          </a:xfrm>
          <a:prstGeom prst="ellipse">
            <a:avLst/>
          </a:prstGeom>
          <a:solidFill>
            <a:srgbClr val="F2F4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4105656"/>
            <a:ext cx="3945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Assignments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45920" y="3200400"/>
            <a:ext cx="1554480" cy="1179576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20356" y="4105656"/>
            <a:ext cx="3945636" cy="548640"/>
          </a:xfrm>
          <a:prstGeom prst="ellipse">
            <a:avLst/>
          </a:prstGeom>
          <a:solidFill>
            <a:srgbClr val="F2F4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20356" y="4105656"/>
            <a:ext cx="3945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Academic Summary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/ Module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905756" y="1234440"/>
            <a:ext cx="2377440" cy="502920"/>
          </a:xfrm>
          <a:prstGeom prst="rect">
            <a:avLst/>
          </a:prstGeom>
          <a:solidFill>
            <a:srgbClr val="1F3864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05756" y="1234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0916" y="2057400"/>
            <a:ext cx="1783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916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student.py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094476" y="1737360"/>
            <a:ext cx="-4732020" cy="32004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63724" y="2057400"/>
            <a:ext cx="1783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63724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assignments.py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94476" y="1737360"/>
            <a:ext cx="-2839212" cy="32004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6532" y="2057400"/>
            <a:ext cx="1783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6532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attendance.py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4476" y="1737360"/>
            <a:ext cx="-946404" cy="32004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9340" y="2057400"/>
            <a:ext cx="1783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9340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study_planner.py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94476" y="1737360"/>
            <a:ext cx="946404" cy="32004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2148" y="2057400"/>
            <a:ext cx="1783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2148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performance.py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94476" y="1737360"/>
            <a:ext cx="2839212" cy="32004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34956" y="2057400"/>
            <a:ext cx="1783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34956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reports.py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94476" y="1737360"/>
            <a:ext cx="4732020" cy="32004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97196" y="2971800"/>
            <a:ext cx="2194560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7196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validation.py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74636" y="2971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(used by validation-dependent modules)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97196" y="3794760"/>
            <a:ext cx="2194560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7196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21324" y="3474720"/>
            <a:ext cx="146304" cy="274320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29" name="Shape 27"/>
          <p:cNvSpPr/>
          <p:nvPr/>
        </p:nvSpPr>
        <p:spPr>
          <a:xfrm>
            <a:off x="4905756" y="4572000"/>
            <a:ext cx="23774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5756" y="4572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21324" y="4251960"/>
            <a:ext cx="146304" cy="274320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 – Adding an Assignment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-228600" y="1417320"/>
            <a:ext cx="15544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-22860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0" cy="4114800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989734" y="1417320"/>
            <a:ext cx="15544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9734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66974" y="1874520"/>
            <a:ext cx="0" cy="4114800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208069" y="1417320"/>
            <a:ext cx="15544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8069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85309" y="1874520"/>
            <a:ext cx="0" cy="4114800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26403" y="1417320"/>
            <a:ext cx="15544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6403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03643" y="1874520"/>
            <a:ext cx="0" cy="4114800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644738" y="1417320"/>
            <a:ext cx="15544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44738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421978" y="1874520"/>
            <a:ext cx="0" cy="4114800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863072" y="1417320"/>
            <a:ext cx="15544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63072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640312" y="1874520"/>
            <a:ext cx="0" cy="4114800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48640" y="2103120"/>
            <a:ext cx="221833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38958" y="2057400"/>
            <a:ext cx="128016" cy="91440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847088"/>
            <a:ext cx="2218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Enter assignment details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66974" y="2499360"/>
            <a:ext cx="221833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57293" y="2453640"/>
            <a:ext cx="128016" cy="91440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2766974" y="2243328"/>
            <a:ext cx="2218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Forward request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85309" y="2895600"/>
            <a:ext cx="221833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75627" y="2849880"/>
            <a:ext cx="128016" cy="91440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4985309" y="2639568"/>
            <a:ext cx="2218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Validate input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85309" y="3291840"/>
            <a:ext cx="221833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5309" y="3246120"/>
            <a:ext cx="128016" cy="91440"/>
          </a:xfrm>
          <a:prstGeom prst="leftArrow">
            <a:avLst/>
          </a:pr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4985309" y="3035808"/>
            <a:ext cx="2218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Confirm valid data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85309" y="3688080"/>
            <a:ext cx="4436669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93962" y="3642360"/>
            <a:ext cx="128016" cy="91440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35" name="Text 33"/>
          <p:cNvSpPr/>
          <p:nvPr/>
        </p:nvSpPr>
        <p:spPr>
          <a:xfrm>
            <a:off x="4985309" y="3432048"/>
            <a:ext cx="4436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Send data to store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421978" y="4084320"/>
            <a:ext cx="221833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12296" y="4038600"/>
            <a:ext cx="128016" cy="91440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9421978" y="3828288"/>
            <a:ext cx="2218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INSERT record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421978" y="4480560"/>
            <a:ext cx="221833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21978" y="4434840"/>
            <a:ext cx="128016" cy="91440"/>
          </a:xfrm>
          <a:prstGeom prst="leftArrow">
            <a:avLst/>
          </a:prstGeom>
          <a:solidFill>
            <a:srgbClr val="1A1A1A"/>
          </a:solidFill>
          <a:ln/>
        </p:spPr>
      </p:sp>
      <p:sp>
        <p:nvSpPr>
          <p:cNvPr id="41" name="Text 39"/>
          <p:cNvSpPr/>
          <p:nvPr/>
        </p:nvSpPr>
        <p:spPr>
          <a:xfrm>
            <a:off x="9421978" y="4224528"/>
            <a:ext cx="2218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Success response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985309" y="4876800"/>
            <a:ext cx="4436669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85309" y="4831080"/>
            <a:ext cx="128016" cy="91440"/>
          </a:xfrm>
          <a:prstGeom prst="leftArrow">
            <a:avLst/>
          </a:prstGeom>
          <a:solidFill>
            <a:srgbClr val="1A1A1A"/>
          </a:solidFill>
          <a:ln/>
        </p:spPr>
      </p:sp>
      <p:sp>
        <p:nvSpPr>
          <p:cNvPr id="44" name="Text 42"/>
          <p:cNvSpPr/>
          <p:nvPr/>
        </p:nvSpPr>
        <p:spPr>
          <a:xfrm>
            <a:off x="4985309" y="4620768"/>
            <a:ext cx="4436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Acknowledge save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8640" y="5273040"/>
            <a:ext cx="4436669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5227320"/>
            <a:ext cx="128016" cy="91440"/>
          </a:xfrm>
          <a:prstGeom prst="leftArrow">
            <a:avLst/>
          </a:prstGeom>
          <a:solidFill>
            <a:srgbClr val="1A1A1A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5017008"/>
            <a:ext cx="4436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Display confirmation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/ ER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93192" y="1280160"/>
            <a:ext cx="21488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280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93192" y="1645920"/>
            <a:ext cx="214884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673352"/>
            <a:ext cx="19659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467612" y="2962656"/>
            <a:ext cx="0" cy="1746504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06624" y="1280160"/>
            <a:ext cx="21488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06624" y="1280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06624" y="1645920"/>
            <a:ext cx="214884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1673352"/>
            <a:ext cx="19659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81044" y="2962656"/>
            <a:ext cx="0" cy="1746504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0056" y="1280160"/>
            <a:ext cx="21488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0056" y="1280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0056" y="1645920"/>
            <a:ext cx="21488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1496" y="1673352"/>
            <a:ext cx="1965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94476" y="2523744"/>
            <a:ext cx="0" cy="2185416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1280160"/>
            <a:ext cx="21488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3488" y="1280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STUDY_SESSIONS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33488" y="1645920"/>
            <a:ext cx="21488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4928" y="1673352"/>
            <a:ext cx="19659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407908" y="3182112"/>
            <a:ext cx="0" cy="1527048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46920" y="1280160"/>
            <a:ext cx="21488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46920" y="1280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46920" y="1645920"/>
            <a:ext cx="2148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38360" y="1673352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721340" y="2743200"/>
            <a:ext cx="0" cy="196596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31436" y="4709160"/>
            <a:ext cx="292608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1436" y="4709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(Storage Layer)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Relationships shown reflect only what is implemented in the current project.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Plan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08792" cy="3108960"/>
        </p:xfrm>
        <a:graphic>
          <a:graphicData uri="http://schemas.openxmlformats.org/drawingml/2006/table">
            <a:tbl>
              <a:tblPr/>
              <a:tblGrid>
                <a:gridCol w="1645920"/>
                <a:gridCol w="9262872"/>
              </a:tblGrid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Activities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identification, requirement analysis, project planning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project structure, Student Profile, Assignment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Manager, Study Planner, Academic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integration, Dashboard, Validation,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Documentation, diagrams, GitHub, final report, final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– Project Structure &amp; Technologies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Project Structure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760720" cy="4572000"/>
          </a:xfrm>
          <a:prstGeom prst="rect">
            <a:avLst/>
          </a:prstGeom>
          <a:solidFill>
            <a:srgbClr val="F2F4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CampusMate/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main.py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README.md, requirements.txt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database.py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validation.py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student.py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assignments.py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attendance.py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study_planner.py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performance.py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reports.py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tests/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test_attendance.py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test_performance.py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test_validation.py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0" y="1600200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6002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Language: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2258568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22585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2916936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91693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unittest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3575304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357530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 Environment: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4233672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423367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4892040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48920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Dependencies: 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– standard library + SQLite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– Features  </a:t>
            </a:r>
            <a:pPr algn="l" indent="0" marL="0">
              <a:buNone/>
            </a:pPr>
            <a:r>
              <a:rPr lang="en-US" sz="2400" b="1" i="1" dirty="0">
                <a:solidFill>
                  <a:srgbClr val="6E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... Contd.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Features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577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CLI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Python files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persistence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(attendance %, grades)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functionality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/ dashboard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 tests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0" y="1188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 Snippet – Attendance Calculation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600200"/>
            <a:ext cx="5212080" cy="1737360"/>
          </a:xfrm>
          <a:prstGeom prst="rect">
            <a:avLst/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7373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attendance_percentage(attended, conducted):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conducted == 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(attended / conducted) * 100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4057879"/>
            <a:ext cx="5212080" cy="1073963"/>
          </a:xfrm>
          <a:prstGeom prst="rect">
            <a:avLst/>
          </a:prstGeom>
          <a:solidFill>
            <a:srgbClr val="0C0C0C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10" name="Image 0" descr="/home/claude/campusmate/assets/code_snipp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103599"/>
            <a:ext cx="5120640" cy="98252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Discussion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 / Output – Attendance &amp; Performance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ect">
            <a:avLst/>
          </a:prstGeom>
          <a:solidFill>
            <a:srgbClr val="F2F4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94560"/>
          <a:ext cx="4937760" cy="146304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Conducted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Attended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Alert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75% – Warning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251960"/>
          <a:ext cx="4937760" cy="146304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(max 30)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(max 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(max 60)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/ 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90/100 – Grade A+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168896" y="1636776"/>
            <a:ext cx="3493008" cy="2146040"/>
          </a:xfrm>
          <a:prstGeom prst="rect">
            <a:avLst/>
          </a:prstGeom>
          <a:solidFill>
            <a:srgbClr val="0C0C0C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10" name="Image 0" descr="/home/claude/campusmate/assets/attendance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91640"/>
            <a:ext cx="3383280" cy="203631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168896" y="3993128"/>
            <a:ext cx="3493008" cy="2175643"/>
          </a:xfrm>
          <a:prstGeom prst="rect">
            <a:avLst/>
          </a:prstGeom>
          <a:solidFill>
            <a:srgbClr val="0C0C0C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12" name="Image 1" descr="/home/claude/campusmate/assets/performance_screensh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4047992"/>
            <a:ext cx="3383280" cy="20659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Discussion  </a:t>
            </a:r>
            <a:pPr algn="l" indent="0" marL="0">
              <a:buNone/>
            </a:pPr>
            <a:r>
              <a:rPr lang="en-US" sz="2400" b="1" i="1" dirty="0">
                <a:solidFill>
                  <a:srgbClr val="6E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... Contd.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389120"/>
          </a:xfrm>
          <a:prstGeom prst="rect">
            <a:avLst/>
          </a:prstGeom>
          <a:solidFill>
            <a:srgbClr val="F2F4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(Sample)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4937760" cy="146304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Essentials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70332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</a:t>
            </a:r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student information, total/completed/pending assignments, overall attendance, academic average, overall grade, total study hours and academic alerts into a single consolidated view.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36208" y="1958816"/>
            <a:ext cx="5358384" cy="3306128"/>
          </a:xfrm>
          <a:prstGeom prst="rect">
            <a:avLst/>
          </a:prstGeom>
          <a:solidFill>
            <a:srgbClr val="0C0C0C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8" name="Image 0" descr="/home/claude/campusmate/assets/assignment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031968"/>
            <a:ext cx="5212080" cy="31598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Framework:  </a:t>
            </a:r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unittest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Areas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852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 calculation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target calculation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total calculation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calculation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validation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validation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1737360"/>
            <a:ext cx="4937760" cy="2011680"/>
          </a:xfrm>
          <a:prstGeom prst="rect">
            <a:avLst/>
          </a:prstGeom>
          <a:solidFill>
            <a:srgbClr val="F2F4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8288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675120" y="2788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Result: All tests pass successfully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53189" y="3922776"/>
            <a:ext cx="3581622" cy="2075688"/>
          </a:xfrm>
          <a:prstGeom prst="rect">
            <a:avLst/>
          </a:prstGeom>
          <a:solidFill>
            <a:srgbClr val="0C0C0C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11" name="Image 0" descr="/home/claude/campusmate/assets/unittest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8053" y="3977640"/>
            <a:ext cx="3471894" cy="1965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and Rationale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62956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1732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49057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 syntax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 support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modular development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77356" y="1280160"/>
            <a:ext cx="5362956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5956" y="141732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SQLite?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05956" y="1828800"/>
            <a:ext cx="49057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local database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database server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a small student application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5362956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4904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Modular Architecture?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49057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maintenance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testing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responsibilities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7356" y="3611880"/>
            <a:ext cx="5362956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5956" y="374904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Command-Line Interface?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05956" y="4160520"/>
            <a:ext cx="49057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Python Essentials concepts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resource requirements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Key Learnings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577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the project into modules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Python modules with SQLite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different types of user input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incorrect user input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database structure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different calculations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multiple modules into one application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309360" y="1234440"/>
            <a:ext cx="0" cy="45720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64592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functions and modules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 and loops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handling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organization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Enhancements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577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CampusMate combines common student academic management activities in one application.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demonstrates modular Python programming.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provides persistent local data storage.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improves reliability.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functionality provides a consolidated academic view.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verify important calculations and validation logic.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309360" y="1234440"/>
            <a:ext cx="0" cy="466344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currently implemented)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</a:t>
            </a:r>
            <a:endParaRPr lang="en-US" sz="12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version</a:t>
            </a:r>
            <a:endParaRPr lang="en-US" sz="12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12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/ reminder system</a:t>
            </a:r>
            <a:endParaRPr lang="en-US" sz="12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integration</a:t>
            </a:r>
            <a:endParaRPr lang="en-US" sz="12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 to CSV/PDF</a:t>
            </a:r>
            <a:endParaRPr lang="en-US" sz="12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Multi-student accounts</a:t>
            </a:r>
            <a:endParaRPr lang="en-US" sz="12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detailed analytics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Documentation – https://docs.python.org/3/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Documentation – https://www.sqlite.org/docs.html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unittest Documentation – https://docs.python.org/3/library/unittest.html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Documentation – https://docs.github.com/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774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24612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631436" y="3977640"/>
            <a:ext cx="29260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5262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No.: 26MIM10061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20-09-2026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68396" y="6473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Pentakota, VIT Bhopal (26MIM10061)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99439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2026-09-20T13:52:00Z</dcterms:created>
  <dcterms:modified xsi:type="dcterms:W3CDTF">2026-09-20T13:52:00Z</dcterms:modified>
</cp:coreProperties>
</file>